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5"/>
      <p:bold r:id="rId6"/>
      <p:italic r:id="rId7"/>
      <p:boldItalic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b4023a06f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b4023a06f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b4023a06f_1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b4023a06f_1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Kristin</a:t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Glioma - glial cell cancer</a:t>
            </a:r>
            <a:endParaRPr sz="10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</a:rPr>
              <a:t>Meningioma - Spinal cord cancer</a:t>
            </a:r>
            <a:endParaRPr sz="14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595959"/>
                </a:solidFill>
              </a:rPr>
              <a:t>Pituitary - Pituitary gland cancer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2197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b="1" dirty="0"/>
              <a:t>Financial News headlines Sentiment Classification</a:t>
            </a:r>
            <a:endParaRPr sz="4100" b="1" dirty="0"/>
          </a:p>
        </p:txBody>
      </p:sp>
      <p:sp>
        <p:nvSpPr>
          <p:cNvPr id="65" name="Google Shape;65;p13"/>
          <p:cNvSpPr txBox="1"/>
          <p:nvPr/>
        </p:nvSpPr>
        <p:spPr>
          <a:xfrm>
            <a:off x="4036825" y="2914525"/>
            <a:ext cx="4576200" cy="30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NLP Final Project</a:t>
            </a:r>
            <a:endParaRPr sz="2400" b="1" dirty="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9144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Fall 202</a:t>
            </a:r>
            <a:r>
              <a:rPr lang="en-US" sz="24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5</a:t>
            </a:r>
          </a:p>
          <a:p>
            <a:pPr marL="914400" algn="ctr">
              <a:lnSpc>
                <a:spcPct val="115000"/>
              </a:lnSpc>
            </a:pPr>
            <a:r>
              <a:rPr lang="en-US" sz="2400" b="1" dirty="0">
                <a:solidFill>
                  <a:srgbClr val="FFFFFF"/>
                </a:solidFill>
                <a:latin typeface="Merriweather"/>
              </a:rPr>
              <a:t>DATS 6312.11- NLP</a:t>
            </a:r>
            <a:endParaRPr sz="2400" b="1" dirty="0">
              <a:solidFill>
                <a:srgbClr val="FFFFFF"/>
              </a:solidFill>
              <a:latin typeface="Merriweather"/>
              <a:sym typeface="Merriweather"/>
            </a:endParaRPr>
          </a:p>
          <a:p>
            <a:pPr marL="9144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FFFFFF"/>
                </a:solidFill>
                <a:latin typeface="Merriweather"/>
              </a:rPr>
              <a:t>Abirham</a:t>
            </a:r>
            <a:r>
              <a:rPr lang="en-US" sz="2200" dirty="0">
                <a:solidFill>
                  <a:srgbClr val="FFFFFF"/>
                </a:solidFill>
                <a:latin typeface="Merriweather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Merriweather"/>
              </a:rPr>
              <a:t>Gettie</a:t>
            </a:r>
            <a:r>
              <a:rPr lang="en" sz="2200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lang="en-US" sz="2200" dirty="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9144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Julio Montoya</a:t>
            </a:r>
            <a:endParaRPr sz="22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96850" y="446700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the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</Words>
  <Application>Microsoft Office PowerPoint</Application>
  <PresentationFormat>Presentación en pantalla (16:9)</PresentationFormat>
  <Paragraphs>13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Merriweather</vt:lpstr>
      <vt:lpstr>Arial</vt:lpstr>
      <vt:lpstr>Roboto</vt:lpstr>
      <vt:lpstr>Paradigm</vt:lpstr>
      <vt:lpstr>Financial News headlines Sentiment Classification</vt:lpstr>
      <vt:lpstr>Scope of the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Classification</dc:title>
  <dc:creator>Usuario</dc:creator>
  <cp:lastModifiedBy>X202007566 (Montoya Mendoza,Julio Marcelo)</cp:lastModifiedBy>
  <cp:revision>2</cp:revision>
  <dcterms:modified xsi:type="dcterms:W3CDTF">2025-11-27T14:36:46Z</dcterms:modified>
</cp:coreProperties>
</file>